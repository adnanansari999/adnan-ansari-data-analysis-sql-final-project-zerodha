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Zerodha Kite DB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complete stock trading database system</a:t>
            </a:r>
          </a:p>
          <a:p>
            <a:r>
              <a:t>By Adnan Ansari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Simulates real trading platform</a:t>
            </a:r>
          </a:p>
          <a:p>
            <a:r>
              <a:t>• Covers users, trading, finance</a:t>
            </a:r>
          </a:p>
          <a:p>
            <a:r>
              <a:t>• Built using SQL</a:t>
            </a:r>
          </a:p>
          <a:p>
            <a:r>
              <a:t>• Focus on normalization &amp; relationships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25+ Tables</a:t>
            </a:r>
          </a:p>
          <a:p>
            <a:r>
              <a:t>• Users, Accounts, Stocks</a:t>
            </a:r>
          </a:p>
          <a:p>
            <a:r>
              <a:t>• Orders, Trades, Portfolio</a:t>
            </a:r>
          </a:p>
          <a:p>
            <a:r>
              <a:t>• Payments &amp; KYC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Users &amp; Accounts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Users table stores personal details</a:t>
            </a:r>
          </a:p>
          <a:p>
            <a:r>
              <a:t>• Trading_Accounts for trading activity</a:t>
            </a:r>
          </a:p>
          <a:p>
            <a:r>
              <a:t>• Bank details linked to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Stocks &amp; Stock_Prices</a:t>
            </a:r>
          </a:p>
          <a:p>
            <a:r>
              <a:t>• Sector classification</a:t>
            </a:r>
          </a:p>
          <a:p>
            <a:r>
              <a:t>• Realistic market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Orders &amp; Trades tables</a:t>
            </a:r>
          </a:p>
          <a:p>
            <a:r>
              <a:t>• Order execution tracking</a:t>
            </a:r>
          </a:p>
          <a:p>
            <a:r>
              <a:t>• Trade history maintained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Holdings table</a:t>
            </a:r>
          </a:p>
          <a:p>
            <a:r>
              <a:t>• Portfolio_Performance</a:t>
            </a:r>
          </a:p>
          <a:p>
            <a:r>
              <a:t>• Profit/Loss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Transactions &amp; Payments</a:t>
            </a:r>
          </a:p>
          <a:p>
            <a:r>
              <a:t>• Deposits &amp; Withdrawals</a:t>
            </a:r>
          </a:p>
          <a:p>
            <a:r>
              <a:t>• Wallet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Alerts &amp; Watchlist</a:t>
            </a:r>
          </a:p>
          <a:p>
            <a:r>
              <a:t>• Support Tickets</a:t>
            </a:r>
          </a:p>
          <a:p>
            <a:r>
              <a:t>• KYC Documents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Joins &amp; Subqueries</a:t>
            </a:r>
          </a:p>
          <a:p>
            <a:r>
              <a:t>• GROUP BY &amp; HAVING</a:t>
            </a:r>
          </a:p>
          <a:p>
            <a:r>
              <a:t>• EXISTS, IN, ANY</a:t>
            </a:r>
          </a:p>
          <a:p>
            <a:r>
              <a:t>• Aggregate &amp; Date Functions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Real-world project</a:t>
            </a:r>
          </a:p>
          <a:p>
            <a:r>
              <a:t>• Strong database design</a:t>
            </a:r>
          </a:p>
          <a:p>
            <a:r>
              <a:t>• Useful for interviews &amp; 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